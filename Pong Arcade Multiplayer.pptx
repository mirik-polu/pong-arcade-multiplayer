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>
        <p:scale>
          <a:sx n="50" d="100"/>
          <a:sy n="50" d="100"/>
        </p:scale>
        <p:origin x="1650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E51D080-0FA4-452C-BE9C-57B885F95115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8A2903-BD5A-4833-B0CA-AB5B8165171B}" type="datetime1">
              <a:rPr lang="ru-RU" smtClean="0"/>
              <a:t>14.05.2026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  <a:cs typeface="FreesiaUPC" panose="020B0502040204020203" pitchFamily="34" charset="-34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4DAEB3-2211-4CA3-9D23-0143FCF3926F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FA117-2261-4A1D-8BE7-0B7E6A1366C0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9279E9-B6DA-4AB3-A7CE-B748E56BEA69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CF7452-61A3-4CDC-ACAB-74E5B4A7EF57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Номер слайда 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D00952-BE77-47A2-BE29-2226E2D6BB12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Номер слайда 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D5EF43-AECB-4459-AE90-3AFB54138C76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 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D0FAC8F-653F-479B-B209-9F30C9091843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6FD9FC9-5FD1-4E3B-B719-212F55599717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2E9B35-0826-45CC-9C2C-707B22DFAA83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C0063D-EDF2-4190-A726-B9B651F864E7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428A7F57-8526-4A03-89D8-FFB0245E6649}" type="datetime1">
              <a:rPr lang="ru-RU" smtClean="0"/>
              <a:t>14.05.2026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en-US" dirty="0"/>
              <a:t>Pong Arcade Multiplayer</a:t>
            </a:r>
            <a:endParaRPr lang="ru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r>
              <a:rPr lang="ru-RU" b="1" dirty="0"/>
              <a:t>Авторы:</a:t>
            </a:r>
            <a:r>
              <a:rPr lang="ru-RU" dirty="0"/>
              <a:t> Полупанов Мирослав, Воробьев Никита</a:t>
            </a:r>
          </a:p>
        </p:txBody>
      </p:sp>
      <p:pic>
        <p:nvPicPr>
          <p:cNvPr id="5" name="Рисунок 4" descr="Изображение здания, места для сидения, скамейки, вид сбоку&#10;&#10;Автоматически созданное описание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A29211-9997-8180-8B7C-C3CA519D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Введение и цели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B1DAD-3F61-3B49-3ADA-A6B2FFE33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9173771" cy="3590849"/>
          </a:xfrm>
        </p:spPr>
        <p:txBody>
          <a:bodyPr/>
          <a:lstStyle/>
          <a:p>
            <a:r>
              <a:rPr lang="ru-RU" b="1" dirty="0"/>
              <a:t>Идея:</a:t>
            </a:r>
            <a:r>
              <a:rPr lang="ru-RU" dirty="0"/>
              <a:t> Создать классическую игру </a:t>
            </a:r>
            <a:r>
              <a:rPr lang="ru-RU" dirty="0" err="1"/>
              <a:t>Pong</a:t>
            </a:r>
            <a:r>
              <a:rPr lang="ru-RU" dirty="0"/>
              <a:t> с возможностью сетевой игры между двумя игроками в реальном времени.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pPr lvl="1"/>
            <a:r>
              <a:rPr lang="ru-RU" dirty="0"/>
              <a:t>Реализовать игровую логику (физика мяча, ракеток, коллизии).</a:t>
            </a:r>
          </a:p>
          <a:p>
            <a:pPr lvl="1"/>
            <a:r>
              <a:rPr lang="ru-RU" dirty="0"/>
              <a:t>Разработать многопоточный сервер для обработки соединений.</a:t>
            </a:r>
          </a:p>
          <a:p>
            <a:pPr lvl="1"/>
            <a:r>
              <a:rPr lang="ru-RU" dirty="0"/>
              <a:t>Обеспечить синхронизацию состояния игры между клиентами.</a:t>
            </a:r>
          </a:p>
          <a:p>
            <a:pPr lvl="1"/>
            <a:r>
              <a:rPr lang="ru-RU" dirty="0"/>
              <a:t>Создать графический интерфейс на библиотеке </a:t>
            </a:r>
            <a:r>
              <a:rPr lang="ru-RU" dirty="0" err="1"/>
              <a:t>arcade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EE85BF-B2EB-69B0-E4D0-A2958893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01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6B121-E23F-9655-9068-9F4A39BA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Архитектура проекта (Клиент-Сервер)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16DDC6-2F19-B824-90B3-53A4C97A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Топология:</a:t>
            </a:r>
            <a:r>
              <a:rPr lang="ru-RU" dirty="0"/>
              <a:t> Централизованный сервер (авторитетная логика).</a:t>
            </a:r>
          </a:p>
          <a:p>
            <a:r>
              <a:rPr lang="ru-RU" b="1" dirty="0"/>
              <a:t>Протокол:</a:t>
            </a:r>
            <a:r>
              <a:rPr lang="ru-RU" dirty="0"/>
              <a:t> TCP (</a:t>
            </a:r>
            <a:r>
              <a:rPr lang="ru-RU" dirty="0" err="1"/>
              <a:t>socket.SOCK_STREAM</a:t>
            </a:r>
            <a:r>
              <a:rPr lang="ru-RU" dirty="0"/>
              <a:t>) — гарантия доставки пакетов.</a:t>
            </a:r>
          </a:p>
          <a:p>
            <a:r>
              <a:rPr lang="ru-RU" b="1" dirty="0"/>
              <a:t>Формат данных:</a:t>
            </a:r>
            <a:r>
              <a:rPr lang="ru-RU" dirty="0"/>
              <a:t> JSON (текстовый, легко отлаживать).</a:t>
            </a:r>
          </a:p>
          <a:p>
            <a:r>
              <a:rPr lang="ru-RU" b="1" dirty="0"/>
              <a:t>Разделение ответственности:</a:t>
            </a:r>
            <a:endParaRPr lang="ru-RU" dirty="0"/>
          </a:p>
          <a:p>
            <a:pPr lvl="1"/>
            <a:r>
              <a:rPr lang="ru-RU" b="1" dirty="0"/>
              <a:t>Server (server.py):</a:t>
            </a:r>
            <a:r>
              <a:rPr lang="ru-RU" dirty="0"/>
              <a:t> Хранит истинное состояние игры, просчитывает физику, рассылает кадры.</a:t>
            </a:r>
          </a:p>
          <a:p>
            <a:pPr lvl="1"/>
            <a:r>
              <a:rPr lang="ru-RU" b="1" dirty="0"/>
              <a:t>Client (main.py, </a:t>
            </a:r>
            <a:r>
              <a:rPr lang="en-US" b="1" dirty="0"/>
              <a:t>client</a:t>
            </a:r>
            <a:r>
              <a:rPr lang="ru-RU" b="1" dirty="0"/>
              <a:t>.py):</a:t>
            </a:r>
            <a:r>
              <a:rPr lang="ru-RU" dirty="0"/>
              <a:t> Отправляет нажатия клавиш, </a:t>
            </a:r>
            <a:r>
              <a:rPr lang="ru-RU" dirty="0" err="1"/>
              <a:t>отрисовывает</a:t>
            </a:r>
            <a:r>
              <a:rPr lang="ru-RU" dirty="0"/>
              <a:t> полученное состояние, проигрывает анимации.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E545F-7880-52D7-6381-5AB822C4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18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3BA0A-8F2F-6F74-D124-D8A72BB2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Реализация сервера 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8F3B0B-2643-22BD-0C0F-1DAB2A8F3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Класс </a:t>
            </a:r>
            <a:r>
              <a:rPr lang="en-US" b="1" dirty="0" err="1"/>
              <a:t>PongServer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ru-RU" dirty="0"/>
              <a:t>Основной контейнер логики.</a:t>
            </a:r>
          </a:p>
          <a:p>
            <a:r>
              <a:rPr lang="ru-RU" b="1" dirty="0"/>
              <a:t>Многопоточность (</a:t>
            </a:r>
            <a:r>
              <a:rPr lang="en-US" b="1" dirty="0"/>
              <a:t>threading):</a:t>
            </a:r>
            <a:endParaRPr lang="en-US" dirty="0"/>
          </a:p>
          <a:p>
            <a:pPr lvl="1"/>
            <a:r>
              <a:rPr lang="ru-RU" i="1" dirty="0"/>
              <a:t>Главный поток:</a:t>
            </a:r>
            <a:r>
              <a:rPr lang="ru-RU" dirty="0"/>
              <a:t> Принимает подключения (</a:t>
            </a:r>
            <a:r>
              <a:rPr lang="en-US" dirty="0"/>
              <a:t>accept).</a:t>
            </a:r>
          </a:p>
          <a:p>
            <a:pPr lvl="1"/>
            <a:r>
              <a:rPr lang="en-US" i="1" dirty="0"/>
              <a:t>Game Loop:</a:t>
            </a:r>
            <a:r>
              <a:rPr lang="en-US" dirty="0"/>
              <a:t> </a:t>
            </a:r>
            <a:r>
              <a:rPr lang="ru-RU" dirty="0"/>
              <a:t>Цикл обновления физики (</a:t>
            </a:r>
            <a:r>
              <a:rPr lang="en-US" dirty="0"/>
              <a:t>update) </a:t>
            </a:r>
            <a:r>
              <a:rPr lang="ru-RU" dirty="0"/>
              <a:t>и рассылки (</a:t>
            </a:r>
            <a:r>
              <a:rPr lang="en-US" dirty="0"/>
              <a:t>broadcast) </a:t>
            </a:r>
            <a:r>
              <a:rPr lang="ru-RU" dirty="0"/>
              <a:t>с фиксированным шагом (</a:t>
            </a:r>
            <a:r>
              <a:rPr lang="en-US" dirty="0"/>
              <a:t>TICK_RATE = 60 FPS).</a:t>
            </a:r>
          </a:p>
          <a:p>
            <a:pPr lvl="1"/>
            <a:r>
              <a:rPr lang="ru-RU" i="1" dirty="0"/>
              <a:t>Потоки клиентов:</a:t>
            </a:r>
            <a:r>
              <a:rPr lang="ru-RU" dirty="0"/>
              <a:t> Индивидуальные потоки </a:t>
            </a:r>
            <a:r>
              <a:rPr lang="en-US" dirty="0" err="1"/>
              <a:t>handle_input</a:t>
            </a:r>
            <a:r>
              <a:rPr lang="en-US" dirty="0"/>
              <a:t> </a:t>
            </a:r>
            <a:r>
              <a:rPr lang="ru-RU" dirty="0"/>
              <a:t>для каждого игрока, чтобы ввод одного не блокировал другого.</a:t>
            </a:r>
          </a:p>
          <a:p>
            <a:r>
              <a:rPr lang="ru-RU" b="1" dirty="0" err="1"/>
              <a:t>Потокобезопасность</a:t>
            </a:r>
            <a:r>
              <a:rPr lang="ru-RU" b="1" dirty="0"/>
              <a:t>:</a:t>
            </a:r>
            <a:r>
              <a:rPr lang="ru-RU" dirty="0"/>
              <a:t> Использование </a:t>
            </a:r>
            <a:r>
              <a:rPr lang="en-US" dirty="0" err="1"/>
              <a:t>threading.Lock</a:t>
            </a:r>
            <a:r>
              <a:rPr lang="en-US" dirty="0"/>
              <a:t> </a:t>
            </a:r>
            <a:r>
              <a:rPr lang="ru-RU" dirty="0"/>
              <a:t>для защиты общих данных (</a:t>
            </a:r>
            <a:r>
              <a:rPr lang="en-US" dirty="0" err="1"/>
              <a:t>self.state</a:t>
            </a:r>
            <a:r>
              <a:rPr lang="en-US" dirty="0"/>
              <a:t>, </a:t>
            </a:r>
            <a:r>
              <a:rPr lang="en-US" dirty="0" err="1"/>
              <a:t>self.clients</a:t>
            </a:r>
            <a:r>
              <a:rPr lang="en-US" dirty="0"/>
              <a:t>) </a:t>
            </a:r>
            <a:r>
              <a:rPr lang="ru-RU" dirty="0"/>
              <a:t>от гонок (</a:t>
            </a:r>
            <a:r>
              <a:rPr lang="en-US" dirty="0"/>
              <a:t>race conditions).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16CD7F-4865-8E25-B7AB-F46271D9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16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58F67C-EE2F-FF8C-5104-76A82220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Игровая логика и физика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2BBA7F-772A-99D0-769C-B17B3FF1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Движение:</a:t>
            </a:r>
            <a:r>
              <a:rPr lang="ru-RU" dirty="0"/>
              <a:t> Плавное перемещение ракеток с ограничением границ экрана.</a:t>
            </a:r>
          </a:p>
          <a:p>
            <a:r>
              <a:rPr lang="ru-RU" b="1" dirty="0"/>
              <a:t>Коллизии:</a:t>
            </a:r>
            <a:endParaRPr lang="ru-RU" dirty="0"/>
          </a:p>
          <a:p>
            <a:pPr lvl="1"/>
            <a:r>
              <a:rPr lang="ru-RU" i="1" dirty="0"/>
              <a:t>Стены:</a:t>
            </a:r>
            <a:r>
              <a:rPr lang="ru-RU" dirty="0"/>
              <a:t> Инверсия вертикальной скорости (</a:t>
            </a:r>
            <a:r>
              <a:rPr lang="ru-RU" dirty="0" err="1"/>
              <a:t>bdy</a:t>
            </a:r>
            <a:r>
              <a:rPr lang="ru-RU" dirty="0"/>
              <a:t> *= -1).</a:t>
            </a:r>
          </a:p>
          <a:p>
            <a:pPr lvl="1"/>
            <a:r>
              <a:rPr lang="ru-RU" i="1" dirty="0"/>
              <a:t>Ракетки:</a:t>
            </a:r>
            <a:r>
              <a:rPr lang="ru-RU" dirty="0"/>
              <a:t> Инверсия горизонтальной скорости + изменение угла отскока в зависимости от точки удара (механика "</a:t>
            </a:r>
            <a:r>
              <a:rPr lang="ru-RU" dirty="0" err="1"/>
              <a:t>cut</a:t>
            </a:r>
            <a:r>
              <a:rPr lang="ru-RU" dirty="0"/>
              <a:t>").</a:t>
            </a:r>
          </a:p>
          <a:p>
            <a:r>
              <a:rPr lang="ru-RU" b="1" dirty="0"/>
              <a:t>Прогрессия:</a:t>
            </a:r>
            <a:r>
              <a:rPr lang="ru-RU" dirty="0"/>
              <a:t> Мяч ускоряется при каждом ударе о ракетку (до определенного лимита BALL_SPEED * 1.5), усложняя игру.</a:t>
            </a:r>
          </a:p>
          <a:p>
            <a:r>
              <a:rPr lang="ru-RU" b="1" dirty="0"/>
              <a:t>Счёт:</a:t>
            </a:r>
            <a:r>
              <a:rPr lang="ru-RU" dirty="0"/>
              <a:t> Автоматический сброс мяча в центр при голе.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6EADBE-F98A-5F0F-A515-B967B373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9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A64D8-8BA3-34C5-30A2-14C62B10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кода (Клиент)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2C43DD-121D-58DF-B687-8ACC4594D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client.py: </a:t>
            </a:r>
            <a:r>
              <a:rPr lang="ru-RU" dirty="0"/>
              <a:t>Точка входа, запуск цикла приложения </a:t>
            </a:r>
            <a:r>
              <a:rPr lang="en-US" dirty="0"/>
              <a:t>arcade.</a:t>
            </a:r>
          </a:p>
          <a:p>
            <a:r>
              <a:rPr lang="en-US" dirty="0"/>
              <a:t>game.py: </a:t>
            </a:r>
            <a:r>
              <a:rPr lang="ru-RU" dirty="0"/>
              <a:t>Класс </a:t>
            </a:r>
            <a:r>
              <a:rPr lang="en-US" dirty="0" err="1"/>
              <a:t>PongGame</a:t>
            </a:r>
            <a:r>
              <a:rPr lang="en-US" dirty="0"/>
              <a:t>, </a:t>
            </a:r>
            <a:r>
              <a:rPr lang="ru-RU" dirty="0"/>
              <a:t>обработка отрисовки и ввода.</a:t>
            </a:r>
          </a:p>
          <a:p>
            <a:r>
              <a:rPr lang="en-US" dirty="0"/>
              <a:t>entities.py: </a:t>
            </a:r>
            <a:r>
              <a:rPr lang="ru-RU" dirty="0"/>
              <a:t>Классы </a:t>
            </a:r>
            <a:r>
              <a:rPr lang="en-US" dirty="0"/>
              <a:t>Ball, Paddle (</a:t>
            </a:r>
            <a:r>
              <a:rPr lang="ru-RU" dirty="0"/>
              <a:t>визуальное представление).</a:t>
            </a:r>
          </a:p>
          <a:p>
            <a:r>
              <a:rPr lang="en-US" dirty="0"/>
              <a:t>constants.py: </a:t>
            </a:r>
            <a:r>
              <a:rPr lang="ru-RU" dirty="0"/>
              <a:t>Основные константы игры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5F666D-8179-E413-CB3F-EC48DFB0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1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79F22-DE3B-42BC-6E3F-5AF6750C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 и перспективы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2F66CC-44D7-5F5D-3525-8F2BCD28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Результат:</a:t>
            </a:r>
            <a:r>
              <a:rPr lang="ru-RU" dirty="0"/>
              <a:t> Работоспособный прототип сетевой игры с синхронизацией 60 FPS.</a:t>
            </a:r>
          </a:p>
          <a:p>
            <a:r>
              <a:rPr lang="ru-RU" b="1" dirty="0"/>
              <a:t>Выводы:</a:t>
            </a:r>
            <a:r>
              <a:rPr lang="ru-RU" dirty="0"/>
              <a:t> Освоены принципы многопоточного программирования и сетевых сокетов. Реализована авторитетная серверная модель.</a:t>
            </a:r>
          </a:p>
          <a:p>
            <a:r>
              <a:rPr lang="ru-RU" b="1" dirty="0"/>
              <a:t>Планы по доработке:</a:t>
            </a:r>
            <a:endParaRPr lang="ru-RU" dirty="0"/>
          </a:p>
          <a:p>
            <a:pPr lvl="1"/>
            <a:r>
              <a:rPr lang="ru-RU" dirty="0"/>
              <a:t>Добавить клиентское предсказание (</a:t>
            </a:r>
            <a:r>
              <a:rPr lang="ru-RU" dirty="0" err="1"/>
              <a:t>client-side</a:t>
            </a:r>
            <a:r>
              <a:rPr lang="ru-RU" dirty="0"/>
              <a:t> </a:t>
            </a:r>
            <a:r>
              <a:rPr lang="ru-RU" dirty="0" err="1"/>
              <a:t>prediction</a:t>
            </a:r>
            <a:r>
              <a:rPr lang="ru-RU" dirty="0"/>
              <a:t>) для устранения визуальных задержек.</a:t>
            </a:r>
          </a:p>
          <a:p>
            <a:pPr lvl="1"/>
            <a:r>
              <a:rPr lang="ru-RU" dirty="0"/>
              <a:t>Внедрить систему лобби и чат.</a:t>
            </a:r>
          </a:p>
          <a:p>
            <a:pPr lvl="1"/>
            <a:r>
              <a:rPr lang="ru-RU" dirty="0"/>
              <a:t>Добавить визуальные эффекты (частицы при ударе) и звуки.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982A82-81C7-A167-9E69-731B6236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E289488-0C23-4DC8-A9FA-240659547385}" type="datetime1">
              <a:rPr lang="ru-RU" smtClean="0"/>
              <a:t>14.05.2026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1277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ие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{6640EC39-8A04-4590-9583-B6044816CBBA}TFf0a5ceae-4542-492d-822e-d65a94fb0e1e19154062_win32-8070a709061f</Template>
  <TotalTime>35</TotalTime>
  <Words>433</Words>
  <Application>Microsoft Office PowerPoint</Application>
  <PresentationFormat>Широкоэкранный</PresentationFormat>
  <Paragraphs>48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Bookman Old Style</vt:lpstr>
      <vt:lpstr>Calibri</vt:lpstr>
      <vt:lpstr>Franklin Gothic Book</vt:lpstr>
      <vt:lpstr>Пользовательские</vt:lpstr>
      <vt:lpstr>Pong Arcade Multiplayer</vt:lpstr>
      <vt:lpstr>Введение и цели </vt:lpstr>
      <vt:lpstr>Архитектура проекта (Клиент-Сервер) </vt:lpstr>
      <vt:lpstr>Реализация сервера  </vt:lpstr>
      <vt:lpstr>Игровая логика и физика </vt:lpstr>
      <vt:lpstr>Структура кода (Клиент) </vt:lpstr>
      <vt:lpstr>Заключение и перспективы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Мирослав</dc:creator>
  <cp:lastModifiedBy>Мирослав</cp:lastModifiedBy>
  <cp:revision>3</cp:revision>
  <dcterms:created xsi:type="dcterms:W3CDTF">2026-05-14T09:25:50Z</dcterms:created>
  <dcterms:modified xsi:type="dcterms:W3CDTF">2026-05-14T10:04:23Z</dcterms:modified>
</cp:coreProperties>
</file>